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68" r:id="rId6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5" name="Google Shape;5;n"/>
          <p:cNvSpPr/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fld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1" name="Google Shape;91;p1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0" name="Google Shape;100;p2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6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14" name="Google Shape;214;p6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and Content">
  <p:cSld name="2_Title and Content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>
  <p:cSld name="1_Title and Content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520650" y="652463"/>
            <a:ext cx="8699549" cy="3847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64775"/>
              </a:buClr>
              <a:buSzPts val="2500"/>
              <a:buFont typeface="Calibri" panose="020F0502020204030204"/>
              <a:buNone/>
              <a:defRPr sz="2500">
                <a:solidFill>
                  <a:srgbClr val="064775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type="body" idx="1"/>
          </p:nvPr>
        </p:nvSpPr>
        <p:spPr>
          <a:xfrm>
            <a:off x="520650" y="1077912"/>
            <a:ext cx="11061750" cy="5094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64775"/>
              </a:buClr>
              <a:buSzPts val="1600"/>
              <a:buNone/>
              <a:defRPr sz="1600" b="1">
                <a:solidFill>
                  <a:srgbClr val="064775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lvl="1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64775"/>
              </a:buClr>
              <a:buSzPts val="1600"/>
              <a:buChar char="•"/>
              <a:defRPr sz="1600" b="1">
                <a:solidFill>
                  <a:srgbClr val="064775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lvl="2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64775"/>
              </a:buClr>
              <a:buSzPts val="1600"/>
              <a:buChar char="•"/>
              <a:defRPr sz="1600" b="1">
                <a:solidFill>
                  <a:srgbClr val="064775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lvl="3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64775"/>
              </a:buClr>
              <a:buSzPts val="1600"/>
              <a:buChar char="•"/>
              <a:defRPr sz="1600" b="1">
                <a:solidFill>
                  <a:srgbClr val="064775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lvl="4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64775"/>
              </a:buClr>
              <a:buSzPts val="1600"/>
              <a:buChar char="•"/>
              <a:defRPr sz="1600" b="1">
                <a:solidFill>
                  <a:srgbClr val="064775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lvl="5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64775"/>
              </a:buClr>
              <a:buSzPts val="1400"/>
              <a:buChar char="•"/>
              <a:defRPr sz="1400" b="0">
                <a:solidFill>
                  <a:srgbClr val="064775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lvl="6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64775"/>
              </a:buClr>
              <a:buSzPts val="1200"/>
              <a:buChar char="•"/>
              <a:defRPr sz="1200" b="0">
                <a:solidFill>
                  <a:srgbClr val="064775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lvl="7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64775"/>
              </a:buClr>
              <a:buSzPts val="1200"/>
              <a:buChar char="•"/>
              <a:defRPr sz="1200" b="0">
                <a:solidFill>
                  <a:srgbClr val="064775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lvl="8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64775"/>
              </a:buClr>
              <a:buSzPts val="1100"/>
              <a:buChar char="•"/>
              <a:defRPr sz="1100" b="0">
                <a:solidFill>
                  <a:srgbClr val="064775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Title and Content">
  <p:cSld name="3_Title and Content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/>
          <p:nvPr>
            <p:ph type="body" idx="1"/>
          </p:nvPr>
        </p:nvSpPr>
        <p:spPr>
          <a:xfrm>
            <a:off x="520650" y="1077914"/>
            <a:ext cx="11061751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64775"/>
              </a:buClr>
              <a:buSzPts val="1600"/>
              <a:buNone/>
              <a:defRPr sz="1600" b="1">
                <a:solidFill>
                  <a:srgbClr val="064775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lvl="1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64775"/>
              </a:buClr>
              <a:buSzPts val="1600"/>
              <a:buChar char="•"/>
              <a:defRPr sz="1600" b="1">
                <a:solidFill>
                  <a:srgbClr val="064775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lvl="2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64775"/>
              </a:buClr>
              <a:buSzPts val="1600"/>
              <a:buChar char="•"/>
              <a:defRPr sz="1600" b="1">
                <a:solidFill>
                  <a:srgbClr val="064775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lvl="3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64775"/>
              </a:buClr>
              <a:buSzPts val="1600"/>
              <a:buChar char="•"/>
              <a:defRPr sz="1600" b="1">
                <a:solidFill>
                  <a:srgbClr val="064775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lvl="4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64775"/>
              </a:buClr>
              <a:buSzPts val="1600"/>
              <a:buChar char="•"/>
              <a:defRPr sz="1600" b="1">
                <a:solidFill>
                  <a:srgbClr val="064775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lvl="5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64775"/>
              </a:buClr>
              <a:buSzPts val="1400"/>
              <a:buChar char="•"/>
              <a:defRPr sz="1400" b="0">
                <a:solidFill>
                  <a:srgbClr val="064775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lvl="6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64775"/>
              </a:buClr>
              <a:buSzPts val="1200"/>
              <a:buChar char="•"/>
              <a:defRPr sz="1200" b="0">
                <a:solidFill>
                  <a:srgbClr val="064775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lvl="7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64775"/>
              </a:buClr>
              <a:buSzPts val="1200"/>
              <a:buChar char="•"/>
              <a:defRPr sz="1200" b="0">
                <a:solidFill>
                  <a:srgbClr val="064775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lvl="8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64775"/>
              </a:buClr>
              <a:buSzPts val="1100"/>
              <a:buChar char="•"/>
              <a:defRPr sz="1100" b="0">
                <a:solidFill>
                  <a:srgbClr val="064775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 panose="020F0502020204030204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3" name="Google Shape;23;p5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24" name="Google Shape;24;p5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25" name="Google Shape;25;p5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tle and Content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30" name="Google Shape;30;p6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31" name="Google Shape;31;p6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 panose="020F0502020204030204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7"/>
          <p:cNvSpPr txBox="1"/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5" name="Google Shape;35;p7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36" name="Google Shape;36;p7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37" name="Google Shape;37;p7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Two Content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8"/>
          <p:cNvSpPr txBox="1"/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8"/>
          <p:cNvSpPr txBox="1"/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8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43" name="Google Shape;43;p8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44" name="Google Shape;44;p8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Comparison">
  <p:cSld name="TWO_OBJECTS_WITH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9"/>
          <p:cNvSpPr txBox="1"/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8" name="Google Shape;48;p9"/>
          <p:cNvSpPr txBox="1"/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50" name="Google Shape;50;p9"/>
          <p:cNvSpPr txBox="1"/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9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52" name="Google Shape;52;p9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53" name="Google Shape;53;p9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57" name="Google Shape;57;p10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58" name="Google Shape;58;p10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1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61" name="Google Shape;61;p11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62" name="Google Shape;62;p11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Content with Caption">
  <p:cSld name="OBJECT_WITH_CAPTION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 panose="020F0502020204030204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2"/>
          <p:cNvSpPr txBox="1"/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6" name="Google Shape;66;p12"/>
          <p:cNvSpPr txBox="1"/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7" name="Google Shape;67;p12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68" name="Google Shape;68;p12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69" name="Google Shape;69;p12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Picture with Caption">
  <p:cSld name="PICTURE_WITH_CAPTION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 panose="020F0502020204030204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3"/>
          <p:cNvSpPr/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3"/>
          <p:cNvSpPr txBox="1"/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4" name="Google Shape;74;p13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75" name="Google Shape;75;p13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76" name="Google Shape;76;p13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Title and Vertical Text">
  <p:cSld name="VERTICAL_TEX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4"/>
          <p:cNvSpPr txBox="1"/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0" name="Google Shape;80;p14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81" name="Google Shape;81;p14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82" name="Google Shape;82;p14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Vertical Title and Text">
  <p:cSld name="VERTICAL_TITLE_AND_VERTICAL_TEX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5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5"/>
          <p:cNvSpPr txBox="1"/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6" name="Google Shape;86;p15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87" name="Google Shape;87;p15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88" name="Google Shape;88;p15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•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6"/>
          <p:cNvSpPr/>
          <p:nvPr/>
        </p:nvSpPr>
        <p:spPr>
          <a:xfrm>
            <a:off x="416274" y="1011225"/>
            <a:ext cx="6270600" cy="4835400"/>
          </a:xfrm>
          <a:prstGeom prst="rect">
            <a:avLst/>
          </a:prstGeom>
          <a:gradFill>
            <a:gsLst>
              <a:gs pos="0">
                <a:srgbClr val="F26633"/>
              </a:gs>
              <a:gs pos="50000">
                <a:srgbClr val="F26633"/>
              </a:gs>
              <a:gs pos="100000">
                <a:srgbClr val="00498F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94" name="Google Shape;94;p16"/>
          <p:cNvPicPr preferRelativeResize="0"/>
          <p:nvPr/>
        </p:nvPicPr>
        <p:blipFill rotWithShape="1">
          <a:blip r:embed="rId1"/>
          <a:srcRect l="1597" r="1597"/>
          <a:stretch>
            <a:fillRect/>
          </a:stretch>
        </p:blipFill>
        <p:spPr>
          <a:xfrm>
            <a:off x="7071025" y="1208463"/>
            <a:ext cx="4299099" cy="4441075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6"/>
          <p:cNvSpPr txBox="1"/>
          <p:nvPr/>
        </p:nvSpPr>
        <p:spPr>
          <a:xfrm>
            <a:off x="486124" y="3986668"/>
            <a:ext cx="5436600" cy="582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 panose="020B0604020202020204"/>
              <a:buNone/>
            </a:pPr>
            <a:r>
              <a:rPr lang="en-US" altLang="en-IN" sz="3200" b="1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HEADING</a:t>
            </a:r>
            <a:endParaRPr lang="en-US" altLang="en-IN" sz="3200" b="1" i="0" u="none" strike="noStrike" cap="none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96" name="Google Shape;96;p16"/>
          <p:cNvSpPr txBox="1"/>
          <p:nvPr/>
        </p:nvSpPr>
        <p:spPr>
          <a:xfrm>
            <a:off x="486128" y="1166842"/>
            <a:ext cx="4463400" cy="7054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 panose="020B0604020202020204"/>
              <a:buNone/>
            </a:pPr>
            <a:r>
              <a:rPr lang="en-US" sz="4000" b="1">
                <a:solidFill>
                  <a:srgbClr val="FFFFFF"/>
                </a:solidFill>
              </a:rPr>
              <a:t>TITLE</a:t>
            </a:r>
            <a:endParaRPr lang="en-US" sz="4000" b="1" i="0" u="none" strike="noStrike" cap="none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97" name="Google Shape;97;p16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9978156" y="170236"/>
            <a:ext cx="2002500" cy="320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7"/>
          <p:cNvSpPr txBox="1"/>
          <p:nvPr/>
        </p:nvSpPr>
        <p:spPr>
          <a:xfrm>
            <a:off x="335600" y="231975"/>
            <a:ext cx="5002800" cy="367030"/>
          </a:xfrm>
          <a:prstGeom prst="rect">
            <a:avLst/>
          </a:prstGeom>
          <a:gradFill>
            <a:gsLst>
              <a:gs pos="0">
                <a:srgbClr val="F26633"/>
              </a:gs>
              <a:gs pos="50000">
                <a:srgbClr val="F26633"/>
              </a:gs>
              <a:gs pos="100000">
                <a:srgbClr val="00498F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IN" sz="1800" b="1">
                <a:solidFill>
                  <a:schemeClr val="lt1"/>
                </a:solidFill>
              </a:rPr>
              <a:t>TITLE</a:t>
            </a:r>
            <a:endParaRPr lang="en-US" altLang="en-IN" sz="1800" b="1">
              <a:solidFill>
                <a:schemeClr val="lt1"/>
              </a:solidFill>
            </a:endParaRPr>
          </a:p>
        </p:txBody>
      </p:sp>
      <p:sp>
        <p:nvSpPr>
          <p:cNvPr id="103" name="Google Shape;103;p17"/>
          <p:cNvSpPr/>
          <p:nvPr/>
        </p:nvSpPr>
        <p:spPr>
          <a:xfrm>
            <a:off x="-21492" y="5429062"/>
            <a:ext cx="12192000" cy="72756"/>
          </a:xfrm>
          <a:prstGeom prst="rect">
            <a:avLst/>
          </a:prstGeom>
          <a:gradFill>
            <a:gsLst>
              <a:gs pos="0">
                <a:srgbClr val="F26633"/>
              </a:gs>
              <a:gs pos="50000">
                <a:srgbClr val="F26633"/>
              </a:gs>
              <a:gs pos="100000">
                <a:srgbClr val="00498F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04" name="Google Shape;104;p17"/>
          <p:cNvSpPr txBox="1"/>
          <p:nvPr/>
        </p:nvSpPr>
        <p:spPr>
          <a:xfrm>
            <a:off x="1511084" y="5687247"/>
            <a:ext cx="4463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>
                <a:solidFill>
                  <a:srgbClr val="02428E"/>
                </a:solidFill>
              </a:rPr>
              <a:t>InsightSphere</a:t>
            </a:r>
            <a:endParaRPr sz="1800" b="1">
              <a:solidFill>
                <a:srgbClr val="02428E"/>
              </a:solidFill>
            </a:endParaRPr>
          </a:p>
        </p:txBody>
      </p:sp>
      <p:pic>
        <p:nvPicPr>
          <p:cNvPr id="105" name="Google Shape;105;p17"/>
          <p:cNvPicPr preferRelativeResize="0"/>
          <p:nvPr/>
        </p:nvPicPr>
        <p:blipFill rotWithShape="1">
          <a:blip r:embed="rId1"/>
          <a:srcRect l="1597" r="1597"/>
          <a:stretch>
            <a:fillRect/>
          </a:stretch>
        </p:blipFill>
        <p:spPr>
          <a:xfrm>
            <a:off x="412900" y="5616125"/>
            <a:ext cx="1012151" cy="1045576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7"/>
          <p:cNvSpPr txBox="1"/>
          <p:nvPr/>
        </p:nvSpPr>
        <p:spPr>
          <a:xfrm>
            <a:off x="335600" y="829025"/>
            <a:ext cx="10304400" cy="4362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3175" lvl="0" indent="0" algn="l" rtl="0">
              <a:lnSpc>
                <a:spcPct val="150000"/>
              </a:lnSpc>
              <a:spcBef>
                <a:spcPts val="7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02428E"/>
                </a:solidFill>
              </a:rPr>
              <a:t>CONTENT</a:t>
            </a:r>
            <a:endParaRPr lang="en-US" sz="1500" b="1">
              <a:solidFill>
                <a:srgbClr val="02428E"/>
              </a:solidFill>
            </a:endParaRPr>
          </a:p>
        </p:txBody>
      </p:sp>
      <p:pic>
        <p:nvPicPr>
          <p:cNvPr id="107" name="Google Shape;107;p17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0005934" y="6428677"/>
            <a:ext cx="2002500" cy="320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8"/>
          <p:cNvSpPr/>
          <p:nvPr/>
        </p:nvSpPr>
        <p:spPr>
          <a:xfrm>
            <a:off x="416278" y="1011234"/>
            <a:ext cx="4603044" cy="4835531"/>
          </a:xfrm>
          <a:prstGeom prst="rect">
            <a:avLst/>
          </a:prstGeom>
          <a:gradFill>
            <a:gsLst>
              <a:gs pos="0">
                <a:srgbClr val="F26633"/>
              </a:gs>
              <a:gs pos="50000">
                <a:srgbClr val="F26633"/>
              </a:gs>
              <a:gs pos="100000">
                <a:srgbClr val="00498F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17" name="Google Shape;217;p28"/>
          <p:cNvSpPr txBox="1"/>
          <p:nvPr/>
        </p:nvSpPr>
        <p:spPr>
          <a:xfrm>
            <a:off x="486128" y="1363789"/>
            <a:ext cx="4463344" cy="5975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4400" b="1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END</a:t>
            </a:r>
            <a:endParaRPr lang="en-IN" sz="4400" b="1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218" name="Google Shape;218;p28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10005934" y="6428677"/>
            <a:ext cx="2002500" cy="320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</Words>
  <Application>WPS Presentation</Application>
  <PresentationFormat/>
  <Paragraphs>12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FL_LPT-849</cp:lastModifiedBy>
  <cp:revision>9</cp:revision>
  <dcterms:created xsi:type="dcterms:W3CDTF">2026-03-26T06:59:00Z</dcterms:created>
  <dcterms:modified xsi:type="dcterms:W3CDTF">2026-03-30T06:57:43Z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D7E1E8C59CAF4B849B1D68BCA0B7F9A3_12</vt:lpwstr>
  </property>
  <property fmtid="{D5CDD505-2E9C-101B-9397-08002B2CF9AE}" pid="3" name="KSOProductBuildVer">
    <vt:lpwstr>1033-12.1.0.25830</vt:lpwstr>
  </property>
</Properties>
</file>